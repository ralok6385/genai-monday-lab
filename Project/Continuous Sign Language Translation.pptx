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Medium" panose="000006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417F55-4073-4458-B0E3-4E50DBC25547}">
  <a:tblStyle styleId="{9C417F55-4073-4458-B0E3-4E50DBC2554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00262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Continuous </a:t>
            </a:r>
            <a:r>
              <a:rPr lang="en-US" sz="5250" b="1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Sign Language</a:t>
            </a:r>
            <a:r>
              <a:rPr lang="en-US" sz="52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Translation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31006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Using OpenPose Keypoints and a T5 Encoder-Decoder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05037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14375" y="22050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09625" y="2205037"/>
            <a:ext cx="504825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According to the WHO, the number of people around the world who suffer from a disabling hearing impairment and depend on sign language is now more than 430 million</a:t>
            </a:r>
            <a:r>
              <a:rPr lang="en-US" sz="13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714375" y="31194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3119437"/>
            <a:ext cx="5048250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Although, there has been an immense growth in automatic speech recognition, automatic sign language translation is still not mature enough.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714375" y="37766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3776662"/>
            <a:ext cx="504825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br>
              <a:rPr lang="en-US" sz="1350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50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CSLT (Continuous Sign Language Translation) remains an open problem, where systems are supposed to interpret not single gestures, but continuous spatial-temporal patterns</a:t>
            </a:r>
            <a:r>
              <a:rPr lang="en-US" sz="13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714375" y="46910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4691062"/>
            <a:ext cx="504825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br>
              <a:rPr lang="en-US" sz="1350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350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Our end-to-end approach creates natural sentences directly from continuous signing sequences without passing through gloss classification first</a:t>
            </a:r>
            <a:r>
              <a:rPr lang="en-US" sz="13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Communication Gap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27C5C5-F138-EFED-DDFD-E67BD0422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7545" y="1571336"/>
            <a:ext cx="4115374" cy="41249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9312"/>
            <a:ext cx="3429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19312"/>
            <a:ext cx="3429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119312"/>
            <a:ext cx="3429000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810940" y="3167062"/>
            <a:ext cx="9501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Extract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3709987"/>
            <a:ext cx="2838450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OpenPose and MediaPipe frameworks extract real-time 2D skeleton joint sequences, transforming raw video streams into lightweight, illumination-invariant visual signals.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615940" y="3167062"/>
            <a:ext cx="9601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Project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76775" y="370998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 causal 1D temporal convolution layer compresses the keypoint frames, halving the attention cost while embedding dynamic spatial-temporal sign patterns.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365932" y="3167062"/>
            <a:ext cx="108013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Decode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86775" y="3709987"/>
            <a:ext cx="2838450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The visual embeddings bypass conventional text tokenizers, directly conditioning a pre-trained T5-Small transformer to autoregressively synthesize fluent English captions.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24622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4622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0" y="24622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Gloss-Free Translation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2719387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31k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4148137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Sentence-Level Clips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334125" y="271938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Large-Scale ASL Corpus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334125" y="3262312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Our model is trained on the comprehensive How2Sign dataset, representing the largest publicly available continuous American Sign Language (ASL) corpus.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334125" y="4176712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Spanning over 80 hours of studio recordings, it offers rich sentence variability, enabling the decoder to learn complex grammatical nuances from 67 distinct 2D anatomical joints.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How2Sign Dataset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15240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The KeypointT5Model merges computer vision and natural language processing into a single cohesive pipeline.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218122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 lightweight linear projection head maps high-dimensional 268-D frame vectors (representing pose and hand keypoints) directly into a continuous 512-D representational space.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3095625"/>
            <a:ext cx="52863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These temporally compressed visual tokens condition the frozen-then-finetuned T5-Small decoder, enabling direct end-to-end machine translation without explicit frame-level gloss annotations.</a:t>
            </a: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40BE10-038E-6304-EF5B-886996DC7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173" y="552048"/>
            <a:ext cx="4220164" cy="57539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2190750" y="249555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Person Selection:</a:t>
            </a: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Systematically identifies the primary signer in cluttered frames by extracting the skeleton entity exhibiting the highest aggregate keypoint confidence score.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2190750" y="320040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Temporal Interpolation:</a:t>
            </a: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Seamlessly bridges missing joint detections across narrow intervals (up to 3 frames) to neutralize detector drop-outs and maintain continuity.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2190750" y="390525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Spatial Normalisation:</a:t>
            </a: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Anchors all coordinates to the dynamic shoulder midpoint and scales by shoulder-width distance, strictly capping positional outliers.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2190750" y="461010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Stochastic Sampling:</a:t>
            </a: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Curates 96-frame representative batches, introducing mirror flips and ±10% scale jitter during training to enforce robust signer-invariant representations.</a:t>
            </a:r>
            <a:endParaRPr/>
          </a:p>
        </p:txBody>
      </p:sp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336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2385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9433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64820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Preprocessing Pipeline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46262"/>
            <a:ext cx="5286375" cy="331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46262"/>
            <a:ext cx="5286375" cy="331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849391" y="263678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Sequence-to-Sequence &amp; CTC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62025" y="3179712"/>
            <a:ext cx="4505325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 foundational cross-entropy teacher-forced loss drives text generation. Concurrently, an auxiliary CTC loss acts on the encoder states to monotonically align temporal visual tokens directly to the target sequence vocabulary.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612016" y="263678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SignCL Contrastive Loss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724650" y="3179712"/>
            <a:ext cx="4505325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An InfoNCE loss framework pulls together differently augmented views of an identical clip while actively pushing apart temporally disjoint sequences (&gt;20 steps away), enforcing highly discriminative visual representations.</a:t>
            </a:r>
            <a:endParaRPr/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71339" y="4846587"/>
            <a:ext cx="3086695" cy="32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07659" y="4846587"/>
            <a:ext cx="2539156" cy="32712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Multi-Objective Loss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2650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52650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152650"/>
            <a:ext cx="342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71500" y="4486275"/>
            <a:ext cx="342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MediaPipe Tasks API runs ultra-fast live keypoint extraction through an intelligent hand-detection gate.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4381500" y="4486275"/>
            <a:ext cx="342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 robust Flask REST Server houses the fine-tuned T5 weights, processing inference entirely on local GPU hardware.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191500" y="4486275"/>
            <a:ext cx="3429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 Vanilla JavaScript SPA provides the frontend ecosystem, operating without cloud dependency or external UI frameworks.</a:t>
            </a:r>
            <a:endParaRPr/>
          </a:p>
        </p:txBody>
      </p:sp>
      <p:pic>
        <p:nvPicPr>
          <p:cNvPr id="182" name="Google Shape;18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1025" y="2162175"/>
            <a:ext cx="340995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Deployment Stack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94049-6B8C-386B-38BC-5CB6A35BA0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293239"/>
            <a:ext cx="3528401" cy="20025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44142B-A4B9-4A1B-E4D5-C415C8EAF2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0" y="2343368"/>
            <a:ext cx="3697224" cy="19428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21"/>
          <p:cNvGraphicFramePr/>
          <p:nvPr/>
        </p:nvGraphicFramePr>
        <p:xfrm>
          <a:off x="571500" y="2371725"/>
          <a:ext cx="11049000" cy="3067000"/>
        </p:xfrm>
        <a:graphic>
          <a:graphicData uri="http://schemas.openxmlformats.org/drawingml/2006/table">
            <a:tbl>
              <a:tblPr firstRow="1" bandRow="1">
                <a:noFill/>
                <a:tableStyleId>{9C417F55-4073-4458-B0E3-4E50DBC25547}</a:tableStyleId>
              </a:tblPr>
              <a:tblGrid>
                <a:gridCol w="271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System 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Video Upload Mode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Live Camera Mode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72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1A1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Input Source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A1A1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Pre-recorded .mp4, .webm, .mov files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A1A1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Webcam stream via getUserMedia()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1A1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Processing Gate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A1A1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Uniform frame batch parsing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A1A1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Strict real-time hand-detection filter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1A1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Temporal Scope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A1A1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Translates the entire clip context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A1A1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Continuous 12-frame moving window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1A1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Output Delivery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A1A1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Displays static translated English 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A1A1A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Triggers automated Web Speech TTS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8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1" name="Google Shape;191;p21"/>
          <p:cNvSpPr/>
          <p:nvPr/>
        </p:nvSpPr>
        <p:spPr>
          <a:xfrm>
            <a:off x="571500" y="2995612"/>
            <a:ext cx="2711946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3283446" y="2995612"/>
            <a:ext cx="4174033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7457479" y="2995612"/>
            <a:ext cx="416302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71500" y="3605212"/>
            <a:ext cx="2711946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3283446" y="3605212"/>
            <a:ext cx="4174033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7457479" y="3605212"/>
            <a:ext cx="416302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71500" y="4214812"/>
            <a:ext cx="2711946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3283446" y="4214812"/>
            <a:ext cx="4174033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7457479" y="4214812"/>
            <a:ext cx="416302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4824412"/>
            <a:ext cx="2711946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283446" y="4824412"/>
            <a:ext cx="4174033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7457479" y="4824412"/>
            <a:ext cx="416302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Inference Modes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1123950" y="4814887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Validation BLEU-4 scores demonstrate the model's learning progression. Oscillations are characteristic of early-stage sequence-to-sequence fine-tuning, but the overall training loss maintains a steady downward trajectory.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Preliminary Results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571500" y="3886200"/>
            <a:ext cx="11049000" cy="381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50796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Completion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571500" y="4619625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Executing the remaining 12 training epochs to fully stabilize BLEU metrics.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3343888" y="22764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Landmarks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3407419" y="2752725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Integrating 70 facial points to capture critical grammatical mouth morphemes.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617980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Scaling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243339" y="4619625"/>
            <a:ext cx="254124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Deploying T5-Base or T5-Large backbones to substantially elevate translation depth.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9015728" y="22764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Edge Access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9079259" y="2752725"/>
            <a:ext cx="254124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Migrating to TensorFlow.js for secure, fully client-side browser deployment.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9090B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9090B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9090B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9090B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Future Roadmap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295275" y="2185987"/>
            <a:ext cx="116014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06B6D4"/>
                </a:solidFill>
                <a:latin typeface="Poppins"/>
                <a:cs typeface="Poppins"/>
                <a:sym typeface="Poppins"/>
              </a:rPr>
              <a:t>THANK YOU!</a:t>
            </a:r>
            <a:endParaRPr dirty="0"/>
          </a:p>
        </p:txBody>
      </p:sp>
      <p:sp>
        <p:nvSpPr>
          <p:cNvPr id="237" name="Google Shape;237;p24"/>
          <p:cNvSpPr txBox="1"/>
          <p:nvPr/>
        </p:nvSpPr>
        <p:spPr>
          <a:xfrm>
            <a:off x="571500" y="3519487"/>
            <a:ext cx="11049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or exploring our end-to-end Continuous Sign Language Translation system.</a:t>
            </a:r>
            <a:endParaRPr dirty="0"/>
          </a:p>
        </p:txBody>
      </p:sp>
      <p:sp>
        <p:nvSpPr>
          <p:cNvPr id="238" name="Google Shape;238;p24"/>
          <p:cNvSpPr txBox="1"/>
          <p:nvPr/>
        </p:nvSpPr>
        <p:spPr>
          <a:xfrm>
            <a:off x="571500" y="4214812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Kartikeya Singh |   Alok /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kumar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Department of Computer Science &amp; Engineering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710</Words>
  <Application>Microsoft Office PowerPoint</Application>
  <PresentationFormat>Widescreen</PresentationFormat>
  <Paragraphs>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Poppins</vt:lpstr>
      <vt:lpstr>Arial</vt:lpstr>
      <vt:lpstr>Poppins Medium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kartikeya singh</cp:lastModifiedBy>
  <cp:revision>2</cp:revision>
  <dcterms:modified xsi:type="dcterms:W3CDTF">2026-04-20T00:53:47Z</dcterms:modified>
</cp:coreProperties>
</file>